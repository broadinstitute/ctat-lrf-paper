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94672"/>
  </p:normalViewPr>
  <p:slideViewPr>
    <p:cSldViewPr snapToGrid="0">
      <p:cViewPr varScale="1">
        <p:scale>
          <a:sx n="70" d="100"/>
          <a:sy n="70" d="100"/>
        </p:scale>
        <p:origin x="216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857A1-B516-BD14-3A8C-7FA499D74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144ED2-32AE-AA4E-8F34-B75F4BEEC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BF1E5-954A-5014-C055-426F6C8C8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0283-B61D-ED4D-B56B-75FA3723741D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642CB-1AE4-67F7-2467-DA3CDCF51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C3004-D158-2D24-395F-AB99F08B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7D33B-8031-0947-823E-DBCB9173C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5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13DCD-F443-7C82-3BEE-2862EB20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EE83D-F8D8-96F2-7577-25FE56A55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B0D5D-500C-850E-EAF1-8F15C6EBD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0283-B61D-ED4D-B56B-75FA3723741D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292A7-ADD3-02FE-E69E-19076C7B8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DAED1-37D0-908C-F51D-2B49D3C7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7D33B-8031-0947-823E-DBCB9173C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98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41027-DD93-9287-0AA3-F9A7BDEC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F49B4-4150-42FC-D09B-FB5290A9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C07FA-7E1E-2061-4C28-90AFA3C3D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0283-B61D-ED4D-B56B-75FA3723741D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85666-90F7-984B-0AB3-3D21FAFB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DBBDB-3536-91FB-7BC9-1B73B940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7D33B-8031-0947-823E-DBCB9173C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42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EBF6-CA72-B7D7-3308-EBCEC824B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2E85F-4A12-C17A-9D68-E685E20C6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F7E46-2BE8-549E-DF23-27ADE52BA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4DD2D-8569-DBEC-19AE-F1FAEE49F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0283-B61D-ED4D-B56B-75FA3723741D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B7DD3-09AC-16A2-D49B-4CF21F49B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9A39B-533C-9581-EEC0-CC421FF40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7D33B-8031-0947-823E-DBCB9173C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05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C3A21-439C-C931-FF9B-04466A85B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15E7E-7073-B36C-D240-6BCD02D4A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6AA48-11E3-A387-58FE-245BF9497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73B606-2BDE-2002-E21A-A21111941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BBFCBA-5D61-024C-10FA-72A096AE8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B7F704-088A-20F5-F1CA-0C5BC3EC9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0283-B61D-ED4D-B56B-75FA3723741D}" type="datetimeFigureOut">
              <a:rPr lang="en-US" smtClean="0"/>
              <a:t>1/14/25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B1906-FC71-19A4-862F-79BAB0838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A2CBFB-2853-969A-2BEB-B8FC402A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7D33B-8031-0947-823E-DBCB9173C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309C-F6E6-EC47-1D63-A3B0AD61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41327D-0E49-7529-6B43-85873B5CF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0283-B61D-ED4D-B56B-75FA3723741D}" type="datetimeFigureOut">
              <a:rPr lang="en-US" smtClean="0"/>
              <a:t>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4154C-E106-6CD4-7A4D-E5CF19F3E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DB7BD-7ADA-80C2-C91A-42759B587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7D33B-8031-0947-823E-DBCB9173C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92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9B96FC-A01F-7824-55F2-E22941D99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0283-B61D-ED4D-B56B-75FA3723741D}" type="datetimeFigureOut">
              <a:rPr lang="en-US" smtClean="0"/>
              <a:t>1/14/25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EBC7BD-DAF3-D97A-9BF1-C70EBB97F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6E963-FB25-F6B8-2883-8D18B2A6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7D33B-8031-0947-823E-DBCB9173C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449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0F51F-27E4-8B3A-9139-A4C7E97BA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2DE52-48F3-09F0-7E91-4AB698733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1468D-8D16-A0A6-0D0F-0886516B9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29BF3-9B29-AC82-6990-F0E55EB5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0283-B61D-ED4D-B56B-75FA3723741D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0E850-C8FC-03BA-6034-A3F9B0C7E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DE4AD-7CB0-7E4E-316B-276E46A05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7D33B-8031-0947-823E-DBCB9173C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97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3EE33-B673-813E-13FC-A09E00A25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DE598-AF6E-E897-8423-AD11FD953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8F678-9DB3-FC62-6272-4BF63CF03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66F3F-9E3A-A1F2-72C6-43D73C00D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0283-B61D-ED4D-B56B-75FA3723741D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9704C-0A73-1B56-D836-65B746C3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B0AB5-4402-D425-EE30-66D72040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7D33B-8031-0947-823E-DBCB9173C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8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618F-E8C1-033E-F414-90AA1871B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8E964-F311-7C84-AF20-6D898B72A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D54B8-DEB7-07D3-A20A-66B80FBE1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0283-B61D-ED4D-B56B-75FA3723741D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1E0D3-A4B3-F7A8-3E1F-96401CF1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13CA5-60B9-2DFA-6841-40F51D69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7D33B-8031-0947-823E-DBCB9173C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87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1AFFDA-83FD-D7D8-761B-EACE28145F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454A3-ED14-09EF-D0D6-DDA78791D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40AAB-1A23-B186-3A50-E566ADDB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0283-B61D-ED4D-B56B-75FA3723741D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FDB4E-16E0-B95C-C07D-174583FB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0708B-DE51-049E-5F11-278ACB30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7D33B-8031-0947-823E-DBCB9173C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5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939CD-449F-82F9-2DF5-AAD2278E9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0C408-317E-C967-4CCB-76A1AFB50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840AB-1140-FC90-B46D-A288D4A105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A0283-B61D-ED4D-B56B-75FA3723741D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A023-C30D-A917-4800-039D9A51B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93A20-59BE-983F-88AC-09AA441A4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A7D33B-8031-0947-823E-DBCB9173C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39C393-9EE3-80D4-BE22-F1B4DED60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714" y="740669"/>
            <a:ext cx="9388643" cy="579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101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C561ED-8ECE-9720-5B35-95712902999E}"/>
              </a:ext>
            </a:extLst>
          </p:cNvPr>
          <p:cNvSpPr txBox="1"/>
          <p:nvPr/>
        </p:nvSpPr>
        <p:spPr>
          <a:xfrm>
            <a:off x="310896" y="42062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V1.0.2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9D875D-58F6-B62D-36DA-586B9CB3C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25611"/>
            <a:ext cx="7772400" cy="480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715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Haas</dc:creator>
  <cp:lastModifiedBy>Brian Haas</cp:lastModifiedBy>
  <cp:revision>4</cp:revision>
  <dcterms:created xsi:type="dcterms:W3CDTF">2025-01-14T18:37:49Z</dcterms:created>
  <dcterms:modified xsi:type="dcterms:W3CDTF">2025-01-14T18:54:06Z</dcterms:modified>
</cp:coreProperties>
</file>